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Inherited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Inherited subtitle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Direct 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
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1">
                <a:solidFill>
                  <a:srgbClr val="A02040"/>
                </a:solidFill>
              </a:rPr>
              <a:t>简文 PPTX &lt;test&gt;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28800" y="2743200"/>
            <a:ext cx="1828800" cy="914400"/>
            <a:chOff x="1828800" y="2743200"/>
            <a:chExt cx="18288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1828800" y="27432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组合文字</a:t>
              </a:r>
            </a:p>
          </p:txBody>
        </p:sp>
      </p:grp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
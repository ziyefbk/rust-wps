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第一页备注 &lt;test&gt;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第二页备注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